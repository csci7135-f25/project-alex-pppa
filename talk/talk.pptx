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1pPr>
    <a:lvl2pPr marL="0" marR="0" indent="3429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2pPr>
    <a:lvl3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3pPr>
    <a:lvl4pPr marL="0" marR="0" indent="10287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4pPr>
    <a:lvl5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5pPr>
    <a:lvl6pPr marL="0" marR="0" indent="17145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6pPr>
    <a:lvl7pPr marL="0" marR="0" indent="2057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7pPr>
    <a:lvl8pPr marL="0" marR="0" indent="24003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8pPr>
    <a:lvl9pPr marL="0" marR="0" indent="2743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/>
        <a:ea typeface="Futura"/>
        <a:cs typeface="Futura"/>
        <a:sym typeface="Futur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19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Text"/>
          <p:cNvSpPr>
            <a:spLocks noGrp="1"/>
          </p:cNvSpPr>
          <p:nvPr>
            <p:ph type="title"/>
          </p:nvPr>
        </p:nvSpPr>
        <p:spPr>
          <a:xfrm>
            <a:off x="1270000" y="2971800"/>
            <a:ext cx="10464800" cy="3810000"/>
          </a:xfrm>
          <a:prstGeom prst="rect">
            <a:avLst/>
          </a:prstGeom>
        </p:spPr>
        <p:txBody>
          <a:bodyPr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quare"/>
          <p:cNvSpPr/>
          <p:nvPr/>
        </p:nvSpPr>
        <p:spPr>
          <a:xfrm>
            <a:off x="3251200" y="-1"/>
            <a:ext cx="9753600" cy="9753601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53" name="Title Text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>
            <a:lvl1pPr algn="ctr">
              <a:defRPr sz="840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Body Level One…"/>
          <p:cNvSpPr>
            <a:spLocks noGrp="1"/>
          </p:cNvSpPr>
          <p:nvPr>
            <p:ph type="body" sz="half" idx="1"/>
          </p:nvPr>
        </p:nvSpPr>
        <p:spPr>
          <a:xfrm>
            <a:off x="1270000" y="5029200"/>
            <a:ext cx="10464800" cy="308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3004800" cy="1473200"/>
          </a:xfrm>
          <a:prstGeom prst="rect">
            <a:avLst/>
          </a:prstGeom>
          <a:solidFill>
            <a:srgbClr val="CDB680"/>
          </a:solidFill>
          <a:ln w="12700">
            <a:miter lim="400000"/>
          </a:ln>
        </p:spPr>
        <p:txBody>
          <a:bodyPr lIns="101600" tIns="101600" rIns="101600" bIns="101600" anchor="ctr"/>
          <a:lstStyle/>
          <a:p>
            <a:pPr algn="ctr">
              <a:defRPr sz="4000">
                <a:latin typeface="+mn-lt"/>
                <a:ea typeface="+mn-ea"/>
                <a:cs typeface="+mn-cs"/>
                <a:sym typeface="Gill Sans"/>
              </a:defRPr>
            </a:pPr>
            <a:endParaRPr/>
          </a:p>
        </p:txBody>
      </p:sp>
      <p:sp>
        <p:nvSpPr>
          <p:cNvPr id="3" name="Title Text"/>
          <p:cNvSpPr>
            <a:spLocks noGrp="1"/>
          </p:cNvSpPr>
          <p:nvPr>
            <p:ph type="title"/>
          </p:nvPr>
        </p:nvSpPr>
        <p:spPr>
          <a:xfrm>
            <a:off x="444500" y="101600"/>
            <a:ext cx="12115800" cy="127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4" name="Body Level One…"/>
          <p:cNvSpPr>
            <a:spLocks noGrp="1"/>
          </p:cNvSpPr>
          <p:nvPr>
            <p:ph type="body" idx="1"/>
          </p:nvPr>
        </p:nvSpPr>
        <p:spPr>
          <a:xfrm>
            <a:off x="444500" y="1676400"/>
            <a:ext cx="12115800" cy="762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0800" tIns="50800" rIns="50800" bIns="50800" anchor="ctr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800">
                <a:latin typeface="+mn-lt"/>
                <a:ea typeface="+mn-ea"/>
                <a:cs typeface="+mn-c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ransition spd="med"/>
  <p:txStyles>
    <p:titleStyle>
      <a:lvl1pPr marL="0" marR="0" indent="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1pPr>
      <a:lvl2pPr marL="0" marR="0" indent="228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2pPr>
      <a:lvl3pPr marL="0" marR="0" indent="457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3pPr>
      <a:lvl4pPr marL="0" marR="0" indent="685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4pPr>
      <a:lvl5pPr marL="0" marR="0" indent="9144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5pPr>
      <a:lvl6pPr marL="0" marR="0" indent="11430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6pPr>
      <a:lvl7pPr marL="0" marR="0" indent="13716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7pPr>
      <a:lvl8pPr marL="0" marR="0" indent="16002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8pPr>
      <a:lvl9pPr marL="0" marR="0" indent="1828800" algn="l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FFFFFF"/>
          </a:solidFill>
          <a:uFillTx/>
          <a:latin typeface="Futura"/>
          <a:ea typeface="Futura"/>
          <a:cs typeface="Futura"/>
          <a:sym typeface="Futura"/>
        </a:defRPr>
      </a:lvl9pPr>
    </p:titleStyle>
    <p:bodyStyle>
      <a:lvl1pPr marL="889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1pPr>
      <a:lvl2pPr marL="1333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2pPr>
      <a:lvl3pPr marL="1778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3pPr>
      <a:lvl4pPr marL="22225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4pPr>
      <a:lvl5pPr marL="26670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5pPr>
      <a:lvl6pPr marL="30226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6pPr>
      <a:lvl7pPr marL="33782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7pPr>
      <a:lvl8pPr marL="37338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8pPr>
      <a:lvl9pPr marL="4089400" marR="0" indent="-571500" algn="l" defTabSz="584200" latinLnBrk="0">
        <a:lnSpc>
          <a:spcPct val="100000"/>
        </a:lnSpc>
        <a:spcBef>
          <a:spcPts val="2400"/>
        </a:spcBef>
        <a:spcAft>
          <a:spcPts val="0"/>
        </a:spcAft>
        <a:buClrTx/>
        <a:buSzPct val="171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Futura"/>
          <a:ea typeface="Futura"/>
          <a:cs typeface="Futura"/>
          <a:sym typeface="Futura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"/>
          <p:cNvSpPr>
            <a:spLocks noGrp="1"/>
          </p:cNvSpPr>
          <p:nvPr>
            <p:ph type="title"/>
          </p:nvPr>
        </p:nvSpPr>
        <p:spPr>
          <a:xfrm>
            <a:off x="1270000" y="685800"/>
            <a:ext cx="10464800" cy="3302000"/>
          </a:xfrm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r>
              <a:t>TITLE</a:t>
            </a:r>
          </a:p>
        </p:txBody>
      </p:sp>
      <p:sp>
        <p:nvSpPr>
          <p:cNvPr id="66" name="PLACE…"/>
          <p:cNvSpPr>
            <a:spLocks noGrp="1"/>
          </p:cNvSpPr>
          <p:nvPr>
            <p:ph type="body" sz="quarter" idx="1"/>
          </p:nvPr>
        </p:nvSpPr>
        <p:spPr>
          <a:xfrm>
            <a:off x="1270000" y="8305800"/>
            <a:ext cx="10464800" cy="95250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rPr dirty="0"/>
              <a:t>PLACE</a:t>
            </a:r>
          </a:p>
          <a:p>
            <a:pPr>
              <a:defRPr sz="2400"/>
            </a:pPr>
            <a:r>
              <a:rPr dirty="0"/>
              <a:t>DATE</a:t>
            </a:r>
          </a:p>
        </p:txBody>
      </p:sp>
      <p:sp>
        <p:nvSpPr>
          <p:cNvPr id="67" name="AUTHOR 2"/>
          <p:cNvSpPr/>
          <p:nvPr/>
        </p:nvSpPr>
        <p:spPr>
          <a:xfrm>
            <a:off x="5765031" y="6087082"/>
            <a:ext cx="1474738" cy="436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000"/>
            </a:lvl1pPr>
          </a:lstStyle>
          <a:p>
            <a:r>
              <a:t>AUTHOR 2</a:t>
            </a:r>
          </a:p>
        </p:txBody>
      </p:sp>
      <p:sp>
        <p:nvSpPr>
          <p:cNvPr id="68" name="AUTHOR 3"/>
          <p:cNvSpPr/>
          <p:nvPr/>
        </p:nvSpPr>
        <p:spPr>
          <a:xfrm>
            <a:off x="8807983" y="6087082"/>
            <a:ext cx="2410892" cy="436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000"/>
            </a:lvl1pPr>
          </a:lstStyle>
          <a:p>
            <a:r>
              <a:t>AUTHOR 3</a:t>
            </a:r>
          </a:p>
        </p:txBody>
      </p:sp>
      <p:sp>
        <p:nvSpPr>
          <p:cNvPr id="69" name="AUTHOR 1"/>
          <p:cNvSpPr/>
          <p:nvPr/>
        </p:nvSpPr>
        <p:spPr>
          <a:xfrm>
            <a:off x="2132241" y="6087082"/>
            <a:ext cx="1718259" cy="436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2000"/>
            </a:lvl1pPr>
          </a:lstStyle>
          <a:p>
            <a:r>
              <a:t>AUTHOR 1</a:t>
            </a:r>
          </a:p>
        </p:txBody>
      </p:sp>
      <p:sp>
        <p:nvSpPr>
          <p:cNvPr id="70" name="University of Colorado Boulder"/>
          <p:cNvSpPr/>
          <p:nvPr/>
        </p:nvSpPr>
        <p:spPr>
          <a:xfrm>
            <a:off x="3226531" y="6687008"/>
            <a:ext cx="6553275" cy="684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defRPr sz="3600"/>
            </a:pPr>
            <a:r>
              <a:t>University of Colorado Boulder</a:t>
            </a:r>
          </a:p>
        </p:txBody>
      </p:sp>
      <p:pic>
        <p:nvPicPr>
          <p:cNvPr id="71" name="generic-female.png" descr="generic-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70" y="4762350"/>
            <a:ext cx="1295401" cy="1295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generic-male.png" descr="generic-m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00" y="4762350"/>
            <a:ext cx="1295400" cy="1295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generic-female.png" descr="generic-fem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729" y="4762350"/>
            <a:ext cx="1295401" cy="1295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625C8-497F-C1FE-649B-43FC6069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[Catch]</a:t>
            </a:r>
          </a:p>
        </p:txBody>
      </p:sp>
    </p:spTree>
    <p:extLst>
      <p:ext uri="{BB962C8B-B14F-4D97-AF65-F5344CB8AC3E}">
        <p14:creationId xmlns:p14="http://schemas.microsoft.com/office/powerpoint/2010/main" val="37608034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[What is the problem?]</a:t>
            </a:r>
            <a:endParaRPr dirty="0"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xfrm>
            <a:off x="6381749" y="9258300"/>
            <a:ext cx="228601" cy="368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22CE-19A7-E316-8E4D-E19957A6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[Why is it interesting?]</a:t>
            </a:r>
          </a:p>
        </p:txBody>
      </p:sp>
    </p:spTree>
    <p:extLst>
      <p:ext uri="{BB962C8B-B14F-4D97-AF65-F5344CB8AC3E}">
        <p14:creationId xmlns:p14="http://schemas.microsoft.com/office/powerpoint/2010/main" val="239540930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D4F0-6CF4-E469-470F-64E88B2C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[Why is it hard?]</a:t>
            </a:r>
          </a:p>
        </p:txBody>
      </p:sp>
    </p:spTree>
    <p:extLst>
      <p:ext uri="{BB962C8B-B14F-4D97-AF65-F5344CB8AC3E}">
        <p14:creationId xmlns:p14="http://schemas.microsoft.com/office/powerpoint/2010/main" val="42781725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2038A-75E9-52F0-9900-A6320052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[What is the contribution?]</a:t>
            </a:r>
          </a:p>
        </p:txBody>
      </p:sp>
    </p:spTree>
    <p:extLst>
      <p:ext uri="{BB962C8B-B14F-4D97-AF65-F5344CB8AC3E}">
        <p14:creationId xmlns:p14="http://schemas.microsoft.com/office/powerpoint/2010/main" val="12025713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19DC-7505-6DCD-AD63-DFBCD7CC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42735816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20D1-753C-9177-3FD7-05E87A9A8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[Contribution 1]</a:t>
            </a:r>
          </a:p>
        </p:txBody>
      </p:sp>
    </p:spTree>
    <p:extLst>
      <p:ext uri="{BB962C8B-B14F-4D97-AF65-F5344CB8AC3E}">
        <p14:creationId xmlns:p14="http://schemas.microsoft.com/office/powerpoint/2010/main" val="32748260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F187-BCFA-999D-20C4-063F1E717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4393-DB62-4B2B-04ED-6F2959B86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[Contribution 2]</a:t>
            </a:r>
          </a:p>
        </p:txBody>
      </p:sp>
    </p:spTree>
    <p:extLst>
      <p:ext uri="{BB962C8B-B14F-4D97-AF65-F5344CB8AC3E}">
        <p14:creationId xmlns:p14="http://schemas.microsoft.com/office/powerpoint/2010/main" val="177104681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B232-490D-2C9A-6431-EE7A67DAA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8186-2FA1-1F79-0455-76095276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0200829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6318-5B77-B4B5-1145-7AD7D8486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4059510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Gill Sans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/>
            <a:ea typeface="Futura"/>
            <a:cs typeface="Futura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Macintosh PowerPoint</Application>
  <PresentationFormat>Custom</PresentationFormat>
  <Paragraphs>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Futura</vt:lpstr>
      <vt:lpstr>Gill Sans</vt:lpstr>
      <vt:lpstr>Lucida Grande</vt:lpstr>
      <vt:lpstr>White</vt:lpstr>
      <vt:lpstr>TITLE</vt:lpstr>
      <vt:lpstr>[Catch]</vt:lpstr>
      <vt:lpstr>[What is the problem?]</vt:lpstr>
      <vt:lpstr>[Why is it interesting?]</vt:lpstr>
      <vt:lpstr>[Why is it hard?]</vt:lpstr>
      <vt:lpstr>[What is the contribution?]</vt:lpstr>
      <vt:lpstr>Contributions</vt:lpstr>
      <vt:lpstr>[Contribution 1]</vt:lpstr>
      <vt:lpstr>[Contribution 2]</vt:lpstr>
      <vt:lpstr>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Bor-Yuh Evan Chang</cp:lastModifiedBy>
  <cp:revision>1</cp:revision>
  <dcterms:modified xsi:type="dcterms:W3CDTF">2025-12-04T03:52:49Z</dcterms:modified>
</cp:coreProperties>
</file>